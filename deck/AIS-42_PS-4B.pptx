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5400" b="1">
                <a:solidFill>
                  <a:srgbClr val="22D3A7"/>
                </a:solidFill>
              </a:rPr>
              <a:t>HealthOutreach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0">
                <a:solidFill>
                  <a:srgbClr val="E8EEFC"/>
                </a:solidFill>
              </a:rPr>
              <a:t>Rural Healthcare Reachability &amp; Outpost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8EA0C0"/>
                </a:solidFill>
              </a:rPr>
              <a:t>Team AIS-42 — Sahil Rai · Ashmita Roy · Subhalaxmi Sahoo · Punit Kumar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8EA0C0"/>
                </a:solidFill>
              </a:rPr>
              <a:t>AI for Sustainability Hackathon 2026 · Track 4: Sustainable Healthcare · SDG 3 &amp;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22D3A7"/>
                </a:solidFill>
              </a:rPr>
              <a:t>Spatial AI · Offline Edge SOS · Multi-Modal Dispatch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EA0C0"/>
                </a:solidFill>
              </a:rPr>
              <a:t>Team AIS-42 · PS-4B Rural Healthcare Reachability &amp; Outpost Planning · AI for Sustainability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2D3A7"/>
                </a:solidFill>
              </a:rPr>
              <a:t>The Problem: Care Is 107 Minutes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EA0C0"/>
                </a:solidFill>
              </a:rPr>
              <a:t>Provided dataset: 12,000 villages across Uttar Pradesh, Madhya Pradesh, Maharashtra, Rajasthan, Bihar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E8EEFC"/>
                </a:solidFill>
              </a:rPr>
              <a:t>13.82%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EEFC"/>
                </a:solidFill>
              </a:rPr>
              <a:t>Only 13.82% of villages are within 30 minutes of medical care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107 minutes — the average travel time to the nearest facility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30.4 km — the average distance to a hospital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2,611 officially underserved villages · 4,030 with poor roads · 3,118 high-risk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EA0C0"/>
                </a:solidFill>
              </a:rPr>
              <a:t>Static facilities cannot reach dispersed rural populations — and emergencies do not wait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EA0C0"/>
                </a:solidFill>
              </a:rPr>
              <a:t>Team AIS-42 · PS-4B Rural Healthcare Reachability &amp; Outpost Planning · AI for Sustainability Hackathon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2D3A7"/>
                </a:solidFill>
              </a:rPr>
              <a:t>Our Solution: HealthOutreach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EA0C0"/>
                </a:solidFill>
              </a:rPr>
              <a:t>One system, three layers — software AI, offline edge hardware, multi-modal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EEFC"/>
                </a:solidFill>
              </a:rPr>
              <a:t>1. Spatial AI — DBSCAN settlement clustering + greedy MCLP places Mobile Medical Units for maximum area coverage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E8EEFC"/>
                </a:solidFill>
              </a:rPr>
              <a:t>2. Offline Edge — ESP32 captive-portal SOS gateway: zero installs, AES-128 encrypted, works with NO cellular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E8EEFC"/>
                </a:solidFill>
              </a:rPr>
              <a:t>3. Multi-Modal Dispatch — ambulance · MMU van · 2W rider · UAV handoff · mobile outpost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EA0C0"/>
                </a:solidFill>
              </a:rPr>
              <a:t>Built on the provided datasets, enriched with acknowledged open data (HDX · DHS · WorldPop)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EA0C0"/>
                </a:solidFill>
              </a:rPr>
              <a:t>Team AIS-42 · PS-4B Rural Healthcare Reachability &amp; Outpost Planning · AI for Sustainability Hackathon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2D3A7"/>
                </a:solidFill>
              </a:rPr>
              <a:t>How It Fits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EA0C0"/>
                </a:solidFill>
              </a:rPr>
              <a:t>One data spine, three surfaces, zero flow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Data spine — provided 12,000-village dataset + 30,273-facility government directory (in-memory pandas)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Optimizer — Healthcare Need Score → underserved detection → DBSCAN → greedy MCLP → dual coverage metrics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Flask API + SQLite — 22 endpoints: optimize · SOS · sync · dispatch · supply-route · intel · DHS · HeiGIT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Ops Console (Leaflet) — live SOS feed, dispatch cards, UAV flight lines, KPI chips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Impact Dashboard (Streamlit) — before/after analytics, WorldPop BLR pilot, live DHS API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Edge — ESP32 'MMU-GATEWAY' + any phone browser → hub tablet → sync when back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EA0C0"/>
                </a:solidFill>
              </a:rPr>
              <a:t>Team AIS-42 · PS-4B Rural Healthcare Reachability &amp; Outpost Planning · AI for Sustainability Hackathon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2D3A7"/>
                </a:solidFill>
              </a:rPr>
              <a:t>The AI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EA0C0"/>
                </a:solidFill>
              </a:rPr>
              <a:t>Maximum area coverage, not minimum travel — eliminating medical dead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2D3A7"/>
                </a:solidFill>
              </a:rPr>
              <a:t>Healthcare Need Score = 0.4·population + 0.3·epidemiological risk + 0.3·inaccessibility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Underserved detection: Underserved_Area flag OR travel &gt; 30 min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DBSCAN clusters underserved villages into settlement pockets (real clusters on normalized geography)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Greedy MCLP: select outposts maximizing need-weighted population under scheduled care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Dual metrics: strict 30-min emergency coverage + scheduled MMU circuit care (NHM operational model)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EA0C0"/>
                </a:solidFill>
              </a:rPr>
              <a:t>Circuits capped at ~400 villages per unit — block-scale, matching National Health Mission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EA0C0"/>
                </a:solidFill>
              </a:rPr>
              <a:t>Team AIS-42 · PS-4B Rural Healthcare Reachability &amp; Outpost Planning · AI for Sustainability Hackathon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2D3A7"/>
                </a:solidFill>
              </a:rPr>
              <a:t>Data — Clean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EA0C0"/>
                </a:solidFill>
              </a:rPr>
              <a:t>Clear separation: what was provided vs what we added (judges can audit DATA_SOURCES.md)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EEFC"/>
                </a:solidFill>
              </a:rPr>
              <a:t>PROVIDED (core of every metric): 12,000-village accessibility dataset + 30,273-facility government hospital directory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ENRICHMENT (read-only overlay, acknowledged): geoBoundaries ADM2 (ODC-ODbL) · DHS/NFHS via HDX (CC BY-ND 4.0) · HeiGIT/WorldPop accessibility (CC BY-SA) · WorldPop 2020 density (CC-BY 4.0)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22D3A7"/>
                </a:solidFill>
              </a:rPr>
              <a:t>No-contamination guarantee: enrichment never writes back into provided data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EA0C0"/>
                </a:solidFill>
              </a:rPr>
              <a:t>Documented transformation: provided coordinates were synthetic-uniform → normalized into district polygons for visualization, originals preserved in Latitude_orig/Longitude_orig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EA0C0"/>
                </a:solidFill>
              </a:rPr>
              <a:t>Team AIS-42 · PS-4B Rural Healthcare Reachability &amp; Outpost Planning · AI for Sustainability Hackathon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2D3A7"/>
                </a:solidFill>
              </a:rPr>
              <a:t>Independent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EA0C0"/>
                </a:solidFill>
              </a:rPr>
              <a:t>Our numbers cross-checked against external analyses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HeiGIT / WorldPop isochrone study: 24.9% of UP and 16.0% of MP population within 30 min of a hospital — same story, same order of magnitude as our 13.82% village-level baseline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DHS Program API (live, keyless): India child anemia 68.1% (NFHS-5 2019-21) — queried on stage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22D3A7"/>
                </a:solidFill>
              </a:rPr>
              <a:t>Every impact number is computed from provided-dataset columns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EA0C0"/>
                </a:solidFill>
              </a:rPr>
              <a:t>Team AIS-42 · PS-4B Rural Healthcare Reachability &amp; Outpost Planning · AI for Sustainability Hackathon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2D3A7"/>
                </a:solidFill>
              </a:rPr>
              <a:t>Impact — 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EA0C0"/>
                </a:solidFill>
              </a:rPr>
              <a:t>Scheduled MMU care coverage of villages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E8EEFC"/>
                </a:solidFill>
              </a:rPr>
              <a:t>13.82%  →  22.84%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2D3A7"/>
                </a:solidFill>
              </a:rPr>
              <a:t>3 MMUs → 22.84% (14.75 million people newly served)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5 MMUs → 28.58%   ·   8 MMUs → 36.68%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30-min emergency coverage: 13.82% → 15.09% with 3 MMUs — the gap is bridged by dispatch modes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EA0C0"/>
                </a:solidFill>
              </a:rPr>
              <a:t>Zipline field benchmarks: −61% blood delivery time (Rwanda) · −60% vaccine stock-outs (Ghana)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EA0C0"/>
                </a:solidFill>
              </a:rPr>
              <a:t>Team AIS-42 · PS-4B Rural Healthcare Reachability &amp; Outpost Planning · AI for Sustainability Hackathon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2D3A7"/>
                </a:solidFill>
              </a:rPr>
              <a:t>Zero-Connectivity 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EA0C0"/>
                </a:solidFill>
              </a:rPr>
              <a:t>The village has no cell coverage. The phone is in airplane mode.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EEFC"/>
                </a:solidFill>
              </a:rPr>
              <a:t>Phone joins 'MMU-GATEWAY' Wi-Fi → captive portal auto-opens — zero installs, any browser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One tap: Trauma / Maternal / Medicine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AES-128-CBC encrypted at rest (mbedTLS, random IV) → queue in flash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MMU hub tablet pulls the queue → carries it to coverage → syncs → alert appears LIVE on the console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EA0C0"/>
                </a:solidFill>
              </a:rPr>
              <a:t>Fallback: mobile /sos page + console demo triggers — the story never breaks on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EA0C0"/>
                </a:solidFill>
              </a:rPr>
              <a:t>Team AIS-42 · PS-4B Rural Healthcare Reachability &amp; Outpost Planning · AI for Sustainability Hackathon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2D3A7"/>
                </a:solidFill>
              </a:rPr>
              <a:t>Multi-Modal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EA0C0"/>
                </a:solidFill>
              </a:rPr>
              <a:t>Rule engine: right vehicle, right terrain, right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🚑 Ambulance (60 km/h) · 🚐 MMU Van (40) · 🏍️ 2W Rider (30) · 🚁 UAV (120) · ⛺ Mobile Outpost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22D3A7"/>
                </a:solidFill>
              </a:rPr>
              <a:t>Road = Poor AND Risk = High → automatic air-dispatch suggestion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UAV handoff: TechEagle-class Vertiplane X3 — 3-5 kg payload, 100 km range, DGCA DigitalSky NPNT compliant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Route line turns green when ETA ≤ 30 minutes, orange beyond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EA0C0"/>
                </a:solidFill>
              </a:rPr>
              <a:t>We didn't build drones — we built the brain that aims India's drone-logistics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EA0C0"/>
                </a:solidFill>
              </a:rPr>
              <a:t>Team AIS-42 · PS-4B Rural Healthcare Reachability &amp; Outpost Planning · AI for Sustainability Hackathon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2D3A7"/>
                </a:solidFill>
              </a:rPr>
              <a:t>SDG 3 &amp; SDG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EA0C0"/>
                </a:solidFill>
              </a:rPr>
              <a:t>Sustainability is the architecture, not an afterthought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EEFC"/>
                </a:solidFill>
              </a:rPr>
              <a:t>SDG 3.8 — Universal Health Coverage: care travels to the people, not people to care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E8EEFC"/>
                </a:solidFill>
              </a:rPr>
              <a:t>SDG 10.2 — Reduced Inequalities: geography stops being a barrier to survival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Equity is hardcoded: the Need Score biases resources toward the least accessible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D3A7"/>
                </a:solidFill>
              </a:rPr>
              <a:t>14.75M people newly served = ~2.1 billion person-minutes of travel saved per year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EA0C0"/>
                </a:solidFill>
              </a:rPr>
              <a:t>Operated by block health offices under existing NHM Mobile Medical Unit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EA0C0"/>
                </a:solidFill>
              </a:rPr>
              <a:t>Team AIS-42 · PS-4B Rural Healthcare Reachability &amp; Outpost Planning · AI for Sustainability Hackathon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22D3A7"/>
                </a:solidFill>
              </a:rPr>
              <a:t>Roadmap &amp;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8EA0C0"/>
                </a:solidFill>
              </a:rPr>
              <a:t>What we build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Real road-network routing (OSRM + PostGIS) replacing straight-line estimates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Government emergency-API integration for the live SOS feed (poisoning · water · accidents)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8EEFC"/>
                </a:solidFill>
              </a:rPr>
              <a:t>Karnataka pilot: Bengaluru Rural · Ramanagara · Kolar · Tumakuru with the district health office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EA0C0"/>
                </a:solidFill>
              </a:rPr>
              <a:t>Sources &amp; licenses: DATA_SOURCES.md — provided datasets + HDX · DHS · geoBoundaries · HeiGIT · WorldPop · OSM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22D3A7"/>
                </a:solidFill>
              </a:rPr>
              <a:t>Thank you — Team AIS-42 ·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EA0C0"/>
                </a:solidFill>
              </a:rPr>
              <a:t>Team AIS-42 · PS-4B Rural Healthcare Reachability &amp; Outpost Planning · AI for Sustainability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